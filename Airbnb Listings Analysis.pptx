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A85302-FA93-4979-81A1-1EBA720EDB09}" v="21" dt="2020-05-11T21:22:11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si nagraj" userId="3085aa38ac06eb7e" providerId="LiveId" clId="{0EA85302-FA93-4979-81A1-1EBA720EDB09}"/>
    <pc:docChg chg="custSel addSld delSld modSld sldOrd">
      <pc:chgData name="mansi nagraj" userId="3085aa38ac06eb7e" providerId="LiveId" clId="{0EA85302-FA93-4979-81A1-1EBA720EDB09}" dt="2020-05-11T21:22:19.608" v="133" actId="14100"/>
      <pc:docMkLst>
        <pc:docMk/>
      </pc:docMkLst>
      <pc:sldChg chg="add del">
        <pc:chgData name="mansi nagraj" userId="3085aa38ac06eb7e" providerId="LiveId" clId="{0EA85302-FA93-4979-81A1-1EBA720EDB09}" dt="2020-05-11T21:00:36.595" v="7" actId="2696"/>
        <pc:sldMkLst>
          <pc:docMk/>
          <pc:sldMk cId="3483111990" sldId="256"/>
        </pc:sldMkLst>
      </pc:sldChg>
      <pc:sldChg chg="addSp modSp add ord">
        <pc:chgData name="mansi nagraj" userId="3085aa38ac06eb7e" providerId="LiveId" clId="{0EA85302-FA93-4979-81A1-1EBA720EDB09}" dt="2020-05-11T21:01:49.925" v="14"/>
        <pc:sldMkLst>
          <pc:docMk/>
          <pc:sldMk cId="2682868081" sldId="257"/>
        </pc:sldMkLst>
        <pc:picChg chg="add mod">
          <ac:chgData name="mansi nagraj" userId="3085aa38ac06eb7e" providerId="LiveId" clId="{0EA85302-FA93-4979-81A1-1EBA720EDB09}" dt="2020-05-11T21:00:30.689" v="6" actId="14100"/>
          <ac:picMkLst>
            <pc:docMk/>
            <pc:sldMk cId="2682868081" sldId="257"/>
            <ac:picMk id="2" creationId="{56BC1109-052E-4E23-B83D-9C20F1CDABED}"/>
          </ac:picMkLst>
        </pc:picChg>
      </pc:sldChg>
      <pc:sldChg chg="addSp modSp add">
        <pc:chgData name="mansi nagraj" userId="3085aa38ac06eb7e" providerId="LiveId" clId="{0EA85302-FA93-4979-81A1-1EBA720EDB09}" dt="2020-05-11T21:11:40.009" v="123" actId="255"/>
        <pc:sldMkLst>
          <pc:docMk/>
          <pc:sldMk cId="810344857" sldId="258"/>
        </pc:sldMkLst>
        <pc:spChg chg="add mod">
          <ac:chgData name="mansi nagraj" userId="3085aa38ac06eb7e" providerId="LiveId" clId="{0EA85302-FA93-4979-81A1-1EBA720EDB09}" dt="2020-05-11T21:11:40.009" v="123" actId="255"/>
          <ac:spMkLst>
            <pc:docMk/>
            <pc:sldMk cId="810344857" sldId="258"/>
            <ac:spMk id="3" creationId="{DCDF05B7-ED70-4CBE-B466-475CC6CAA01E}"/>
          </ac:spMkLst>
        </pc:spChg>
        <pc:picChg chg="add mod">
          <ac:chgData name="mansi nagraj" userId="3085aa38ac06eb7e" providerId="LiveId" clId="{0EA85302-FA93-4979-81A1-1EBA720EDB09}" dt="2020-05-11T21:10:18.388" v="67" actId="1076"/>
          <ac:picMkLst>
            <pc:docMk/>
            <pc:sldMk cId="810344857" sldId="258"/>
            <ac:picMk id="2" creationId="{13AED6A7-3AB4-480A-B7B0-56C776A8D9C0}"/>
          </ac:picMkLst>
        </pc:picChg>
      </pc:sldChg>
      <pc:sldChg chg="addSp modSp add">
        <pc:chgData name="mansi nagraj" userId="3085aa38ac06eb7e" providerId="LiveId" clId="{0EA85302-FA93-4979-81A1-1EBA720EDB09}" dt="2020-05-11T21:04:31.057" v="22" actId="14100"/>
        <pc:sldMkLst>
          <pc:docMk/>
          <pc:sldMk cId="2060196774" sldId="259"/>
        </pc:sldMkLst>
        <pc:picChg chg="add mod">
          <ac:chgData name="mansi nagraj" userId="3085aa38ac06eb7e" providerId="LiveId" clId="{0EA85302-FA93-4979-81A1-1EBA720EDB09}" dt="2020-05-11T21:04:31.057" v="22" actId="14100"/>
          <ac:picMkLst>
            <pc:docMk/>
            <pc:sldMk cId="2060196774" sldId="259"/>
            <ac:picMk id="2" creationId="{E19DFBD8-9573-49C9-987F-CFDAFDE45C96}"/>
          </ac:picMkLst>
        </pc:picChg>
      </pc:sldChg>
      <pc:sldChg chg="addSp modSp add">
        <pc:chgData name="mansi nagraj" userId="3085aa38ac06eb7e" providerId="LiveId" clId="{0EA85302-FA93-4979-81A1-1EBA720EDB09}" dt="2020-05-11T21:06:37.358" v="26" actId="14100"/>
        <pc:sldMkLst>
          <pc:docMk/>
          <pc:sldMk cId="1642489291" sldId="260"/>
        </pc:sldMkLst>
        <pc:picChg chg="add mod">
          <ac:chgData name="mansi nagraj" userId="3085aa38ac06eb7e" providerId="LiveId" clId="{0EA85302-FA93-4979-81A1-1EBA720EDB09}" dt="2020-05-11T21:06:37.358" v="26" actId="14100"/>
          <ac:picMkLst>
            <pc:docMk/>
            <pc:sldMk cId="1642489291" sldId="260"/>
            <ac:picMk id="2" creationId="{40C2D061-C85D-4FAF-A568-ABD5FA949983}"/>
          </ac:picMkLst>
        </pc:picChg>
      </pc:sldChg>
      <pc:sldChg chg="addSp modSp add ord">
        <pc:chgData name="mansi nagraj" userId="3085aa38ac06eb7e" providerId="LiveId" clId="{0EA85302-FA93-4979-81A1-1EBA720EDB09}" dt="2020-05-11T21:21:56.009" v="131"/>
        <pc:sldMkLst>
          <pc:docMk/>
          <pc:sldMk cId="2038430775" sldId="261"/>
        </pc:sldMkLst>
        <pc:picChg chg="add mod">
          <ac:chgData name="mansi nagraj" userId="3085aa38ac06eb7e" providerId="LiveId" clId="{0EA85302-FA93-4979-81A1-1EBA720EDB09}" dt="2020-05-11T21:07:30.508" v="31" actId="14100"/>
          <ac:picMkLst>
            <pc:docMk/>
            <pc:sldMk cId="2038430775" sldId="261"/>
            <ac:picMk id="2" creationId="{35F4AAC5-02A0-443B-B167-4FE2A9E4ACDA}"/>
          </ac:picMkLst>
        </pc:picChg>
      </pc:sldChg>
      <pc:sldChg chg="addSp modSp add">
        <pc:chgData name="mansi nagraj" userId="3085aa38ac06eb7e" providerId="LiveId" clId="{0EA85302-FA93-4979-81A1-1EBA720EDB09}" dt="2020-05-11T21:22:19.608" v="133" actId="14100"/>
        <pc:sldMkLst>
          <pc:docMk/>
          <pc:sldMk cId="405417537" sldId="262"/>
        </pc:sldMkLst>
        <pc:spChg chg="add mod">
          <ac:chgData name="mansi nagraj" userId="3085aa38ac06eb7e" providerId="LiveId" clId="{0EA85302-FA93-4979-81A1-1EBA720EDB09}" dt="2020-05-11T21:22:19.608" v="133" actId="14100"/>
          <ac:spMkLst>
            <pc:docMk/>
            <pc:sldMk cId="405417537" sldId="262"/>
            <ac:spMk id="3" creationId="{076387AC-3123-464D-A8A3-396BFF049F01}"/>
          </ac:spMkLst>
        </pc:spChg>
        <pc:picChg chg="add mod">
          <ac:chgData name="mansi nagraj" userId="3085aa38ac06eb7e" providerId="LiveId" clId="{0EA85302-FA93-4979-81A1-1EBA720EDB09}" dt="2020-05-11T21:09:08.727" v="37" actId="1076"/>
          <ac:picMkLst>
            <pc:docMk/>
            <pc:sldMk cId="405417537" sldId="262"/>
            <ac:picMk id="2" creationId="{F181D51E-8F9D-42F5-8879-B624810E8DF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7D2F-F6B5-4EC0-B28F-1A447A07D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04114-C068-4F08-8DD9-04E392D7C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6D94E-98ED-4934-B397-1D209BCFF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8BC9F-EF25-4D10-A5F1-0F88BAC102D6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D1C0C-E8C6-4A8B-8274-E9827EA9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60320-23E4-4177-A0B7-2F0A3A50F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592F-5DE5-4633-874D-1C28F3D3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95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872B-4369-45D4-8DC0-B2903C574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A2D76-3C53-4967-BEB5-EA78DF67E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8DD53-367B-4262-B0E3-5872284E7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8BC9F-EF25-4D10-A5F1-0F88BAC102D6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30AD7-3779-47D2-9D11-6ED76EB38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B177B-9082-4E56-AB40-43D13E51E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592F-5DE5-4633-874D-1C28F3D3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28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51BC-FECC-4126-8877-68C20100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EB73E-91FB-4A0F-A76F-DB8BA8847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75AE2-C11D-492E-AF41-20764EBE3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8BC9F-EF25-4D10-A5F1-0F88BAC102D6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B4E19-8CEF-4213-93E3-425183E57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0EFD4-8A89-4BA8-8B55-9C539917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592F-5DE5-4633-874D-1C28F3D3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73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60BC-8CE1-45CB-9439-AC71C1E7B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5EF95-0CDD-458A-96C0-43FE2E82A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C40DA-3C63-4D73-89C9-D1D51B952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44427-3988-45BC-834D-4C0637ED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8BC9F-EF25-4D10-A5F1-0F88BAC102D6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EC126-1476-49FE-B4DC-C706F7154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8EF82-F713-44E7-93A9-BC21A19E1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592F-5DE5-4633-874D-1C28F3D3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81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BB43-4DE7-4B63-910D-F08D1801A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C8495-81DF-4EB1-9476-BF7A0E20F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82D97-86F0-431F-9C65-A0072E64E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C18EB-E280-4ED5-8C5F-34110B852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314FCC-1F46-43E6-9E60-1EF892C09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604DFE-238D-4D39-A58F-2BD7B4376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8BC9F-EF25-4D10-A5F1-0F88BAC102D6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FC4100-0F7B-4758-AE03-4D162DBEE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E4829-8E12-4499-8246-8BE84B8A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592F-5DE5-4633-874D-1C28F3D3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705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91F4A-CC26-4435-8BAF-D5A1E7350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6A90C-5F09-48DE-ACB8-BDD831FE1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8BC9F-EF25-4D10-A5F1-0F88BAC102D6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72182-6C5A-455C-B87A-42B8FC6F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DA3A4-76F5-4AB4-B7F7-9D861B44E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592F-5DE5-4633-874D-1C28F3D3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8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98EBE2-F6C6-4E89-845F-7F2306655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8BC9F-EF25-4D10-A5F1-0F88BAC102D6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D3B1C1-7C99-40AD-9BF8-88481B12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6178B-6CDA-4FE2-9DDB-94F8AF96B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592F-5DE5-4633-874D-1C28F3D3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7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11938-7020-405E-9CA5-A87976A77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44988-6624-4992-A30F-BC161879D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D6287-00BE-4853-9967-35631EA05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3B7F3-37D1-4A22-8D6C-AD42EC3CE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8BC9F-EF25-4D10-A5F1-0F88BAC102D6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04F03-079A-4D7E-BE7F-C09D8565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E231F-B557-4340-98E4-AABC5EB47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592F-5DE5-4633-874D-1C28F3D3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89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65FA0-FF31-4E10-BE30-364C82216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DCA12B-626A-4871-8EFE-B9E265065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A3AD2-3AF9-49CE-BA04-A1387B68A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E4355-913D-43D8-8785-19AE38DAE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8BC9F-EF25-4D10-A5F1-0F88BAC102D6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D5BFB-5DC4-4EEA-864A-5DB2E68B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080AC-A486-423C-A74F-B2DEA43F8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592F-5DE5-4633-874D-1C28F3D3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48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36ED7-74F8-4FC1-8FE7-4506FB47B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50E10-07AA-4163-8B5D-A98A8FD1B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E31E0-DF4F-44E2-89E0-94A326D6A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8BC9F-EF25-4D10-A5F1-0F88BAC102D6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A513E-C093-43FB-80B0-B0566893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BD570-5734-4509-8F42-541556A8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592F-5DE5-4633-874D-1C28F3D3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7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79BE70-BB9A-475D-9714-3C9EFB565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C70C2-A359-404A-A8B2-611DDFFD5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EFA3A-A8C6-4594-8804-1F1C45C8E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8BC9F-EF25-4D10-A5F1-0F88BAC102D6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F46E1-3138-4998-BE28-BA7CADD7B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4098A-CA1C-4E75-8A4C-7ED84882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2592F-5DE5-4633-874D-1C28F3D3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80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FDF75-7582-48B6-98FB-FFAE5C58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63B22-7BB1-4CEA-A16C-72E493791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6D222-55D7-404C-A7CD-3A80B113C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8BC9F-EF25-4D10-A5F1-0F88BAC102D6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4184F-95A5-4ABC-8854-6BEACAD65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36ED1-1E30-4F09-B3D7-F80BDD97E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2592F-5DE5-4633-874D-1C28F3D3C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1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nsi-Nagraj/Airbnb-Listings-Analysi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AED6A7-3AB4-480A-B7B0-56C776A8D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362" y="243191"/>
            <a:ext cx="8603102" cy="63716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DF05B7-ED70-4CBE-B466-475CC6CAA01E}"/>
              </a:ext>
            </a:extLst>
          </p:cNvPr>
          <p:cNvSpPr txBox="1"/>
          <p:nvPr/>
        </p:nvSpPr>
        <p:spPr>
          <a:xfrm>
            <a:off x="291830" y="846306"/>
            <a:ext cx="246109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Airbnb Listings Analysis</a:t>
            </a:r>
          </a:p>
          <a:p>
            <a:pPr algn="ctr"/>
            <a:r>
              <a:rPr lang="en-US" dirty="0"/>
              <a:t>- By Mansi Nagraj</a:t>
            </a:r>
          </a:p>
        </p:txBody>
      </p:sp>
    </p:spTree>
    <p:extLst>
      <p:ext uri="{BB962C8B-B14F-4D97-AF65-F5344CB8AC3E}">
        <p14:creationId xmlns:p14="http://schemas.microsoft.com/office/powerpoint/2010/main" val="810344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BC1109-052E-4E23-B83D-9C20F1CDA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8" y="564204"/>
            <a:ext cx="9013792" cy="597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868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9DFBD8-9573-49C9-987F-CFDAFDE45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433" y="350196"/>
            <a:ext cx="8258333" cy="623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96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C2D061-C85D-4FAF-A568-ABD5FA949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576" y="321013"/>
            <a:ext cx="7598896" cy="621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89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F4AAC5-02A0-443B-B167-4FE2A9E4A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54" y="466928"/>
            <a:ext cx="8032330" cy="607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30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81D51E-8F9D-42F5-8879-B624810E8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27" y="369651"/>
            <a:ext cx="7418221" cy="63035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6387AC-3123-464D-A8A3-396BFF049F01}"/>
              </a:ext>
            </a:extLst>
          </p:cNvPr>
          <p:cNvSpPr txBox="1"/>
          <p:nvPr/>
        </p:nvSpPr>
        <p:spPr>
          <a:xfrm>
            <a:off x="7957227" y="1624519"/>
            <a:ext cx="31758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</a:rPr>
              <a:t>Github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 Link to the Project:</a:t>
            </a: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https://github.com/Mansi-Nagraj/Airbnb-Listings-Analysis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1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22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mansi nagraj</dc:creator>
  <cp:lastModifiedBy>mansi nagraj</cp:lastModifiedBy>
  <cp:revision>1</cp:revision>
  <dcterms:created xsi:type="dcterms:W3CDTF">2020-05-11T20:59:45Z</dcterms:created>
  <dcterms:modified xsi:type="dcterms:W3CDTF">2020-05-11T21:22:20Z</dcterms:modified>
</cp:coreProperties>
</file>